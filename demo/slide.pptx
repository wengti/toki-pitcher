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6F0CF-9DAD-4173-BB3D-799BAE9F75C0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287AD-3AE9-4BE4-9C9B-B6E7F52EB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3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287AD-3AE9-4BE4-9C9B-B6E7F52EB4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2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23D0-DFAA-C841-2C63-30D1299C4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07DCF-EC74-529B-54F5-AEFF91174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E703-40E1-174F-5A3C-AD08394B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6AA0D-2225-3CDA-D5C8-F55B115E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CFF13-CA54-64B5-D680-B002979F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71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33FC-2F33-8C2C-BBA1-D2B176F0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64AA-AF31-7321-A412-3DE71730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75C50-48AF-7DBB-2A91-8AD6B4E1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73E68-F4C1-FFBE-7FC2-B5ADB10B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DDEDE-6F9D-A1EA-4070-852F55EC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3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2711-3987-1BCD-A80C-6C621C67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43ABB-1F29-D212-25B1-1D91738D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07B25-C92C-C3DC-D350-BCCF8E48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1CD61-0A6D-B4FA-F145-ACF2271B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685FE-0503-1961-89EE-026BC779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AC352-BCCD-73BD-76CB-D09043E7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71DC-DBC9-F0FC-8C30-D32C2C261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83896-66C7-A595-BD5E-97AEB4050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31B10-6A96-D7E6-F1DF-69BE0B76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5DCBA-7A45-782E-7817-F3EEC90E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A8613-39CB-041B-A028-1960D5C3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CDB0-0773-B24E-B2E6-EAFA98C4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611BA-82EA-83EA-F9DB-4489E7FA8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AD40B-FE85-D4A3-FBE9-AE8B30AE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7CF4A-8E69-893D-C410-A54931BE6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FCBE2-D5B8-0C51-6147-E37EA724E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DB138-0DF6-3980-9111-769C705B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6F5B8-C32F-80F0-D7A1-B88047AE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6B162-10B7-F40C-33CF-0EF67469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2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AEA1-1441-8888-C4B9-73EE29A8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53519-451D-80C5-B73A-64DF4EFF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673FE-2CC1-E537-3923-1DD7EF19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7C29D-239E-D3AB-51AE-15869E5F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9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6A786-D9EA-7467-4865-79D78301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458CE-6EEF-996A-DB2D-CFA0B46A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41E1-6EE4-8E03-9E74-A2336CC6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8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6F78-98D3-5996-941F-45F6763A7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25E2-A25E-F770-8135-2587BD9F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1EA84-D7F9-C3A6-79E9-D93D52F96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DF5DD-7D9A-4AC3-E95B-DCCDF4D1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5E840-C9A2-A6D3-EE9B-3C65122A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D4E96-E62B-A6D0-F650-9E7DD206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5089-5403-FF85-C372-462BA309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5E931-D737-C218-7019-50634C727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3BE6F-95FD-8194-1FD6-3912DAC0A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8AD97-66BC-7AFC-664E-05D6FBC8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42B5-89D5-4F58-6ADB-352C7247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C9384-3E78-2D71-E8D6-73606710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0AE5-CECB-F7DF-B7D5-59FDFF60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037D2-8AD0-1465-113E-BBAC22278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FB2CD-700F-8EC7-AF5F-59F495A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3F81A-4C57-D3D3-2C35-CD6D1337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6E200-E9A2-386A-47B0-AF2C8767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4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9120D-9F8A-6F72-B973-3A853660B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E26D0-18F2-06EE-CC07-C17BEA0F2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17F7A-D970-562C-AEDC-C5825911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9FF2E-C619-6F8A-81A2-D1480DF0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3C6DE-D0CF-9329-6AC1-E75669F3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9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21EF4-FB2E-6158-EEBC-B6F7249B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CF1D6-B0D9-2D47-9893-0F2F40AC0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1CF80-BD10-E902-BB9E-32C85BA72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6F8A1-E5B3-4C82-91CD-7E432AB7B78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915C-F6F6-76B2-CE2C-50515F3C9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E0E4A-B5C5-5EB6-7E82-62E0B2F10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3F354-06FD-4E2F-88D4-913787C6A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EBE85B-5CF6-C24D-AC37-6AC1CAEACD15}"/>
              </a:ext>
            </a:extLst>
          </p:cNvPr>
          <p:cNvSpPr txBox="1"/>
          <p:nvPr/>
        </p:nvSpPr>
        <p:spPr>
          <a:xfrm>
            <a:off x="274320" y="228600"/>
            <a:ext cx="309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973F8D-D120-E69C-08CF-FF386D75879D}"/>
              </a:ext>
            </a:extLst>
          </p:cNvPr>
          <p:cNvSpPr/>
          <p:nvPr/>
        </p:nvSpPr>
        <p:spPr>
          <a:xfrm>
            <a:off x="5394960" y="228600"/>
            <a:ext cx="1042416" cy="493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Body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7D9F5C-2C3E-8756-66B9-0AD7B7996EB4}"/>
              </a:ext>
            </a:extLst>
          </p:cNvPr>
          <p:cNvSpPr/>
          <p:nvPr/>
        </p:nvSpPr>
        <p:spPr>
          <a:xfrm>
            <a:off x="1207008" y="957072"/>
            <a:ext cx="1042416" cy="4937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493882-C24A-4FE7-41FD-7E72DC22C00D}"/>
              </a:ext>
            </a:extLst>
          </p:cNvPr>
          <p:cNvSpPr/>
          <p:nvPr/>
        </p:nvSpPr>
        <p:spPr>
          <a:xfrm>
            <a:off x="5102352" y="957072"/>
            <a:ext cx="1627632" cy="4937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ContentHome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10A700-0D9E-31A1-8806-55DD88EB8C11}"/>
              </a:ext>
            </a:extLst>
          </p:cNvPr>
          <p:cNvSpPr/>
          <p:nvPr/>
        </p:nvSpPr>
        <p:spPr>
          <a:xfrm>
            <a:off x="10009632" y="957072"/>
            <a:ext cx="1042416" cy="4937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50FA80-349E-8EF2-65FA-C182911C1E8E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728216" y="722376"/>
            <a:ext cx="4187952" cy="234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72FC13-9AA2-74B7-A784-DF288249840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916168" y="722376"/>
            <a:ext cx="0" cy="234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FF48FD-35A0-E21C-2B5B-1F3D8153092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916168" y="722376"/>
            <a:ext cx="4614672" cy="234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6DA676-297F-7D6E-ED48-293087565C21}"/>
              </a:ext>
            </a:extLst>
          </p:cNvPr>
          <p:cNvSpPr txBox="1"/>
          <p:nvPr/>
        </p:nvSpPr>
        <p:spPr>
          <a:xfrm>
            <a:off x="6729984" y="957072"/>
            <a:ext cx="2542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Server Component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Fetch all customer data from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Pass all customer data to the children component as props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5AA844-0059-27BA-7622-E7C334849BCE}"/>
              </a:ext>
            </a:extLst>
          </p:cNvPr>
          <p:cNvSpPr/>
          <p:nvPr/>
        </p:nvSpPr>
        <p:spPr>
          <a:xfrm>
            <a:off x="5020056" y="2207431"/>
            <a:ext cx="1792224" cy="4937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CustomersHome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120731-7097-38F1-78FF-352BD6A7A3D0}"/>
              </a:ext>
            </a:extLst>
          </p:cNvPr>
          <p:cNvCxnSpPr>
            <a:stCxn id="7" idx="2"/>
            <a:endCxn id="18" idx="0"/>
          </p:cNvCxnSpPr>
          <p:nvPr/>
        </p:nvCxnSpPr>
        <p:spPr>
          <a:xfrm>
            <a:off x="5916168" y="1450848"/>
            <a:ext cx="0" cy="75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352E62-5BE8-F2B7-B873-8A2172B913ED}"/>
              </a:ext>
            </a:extLst>
          </p:cNvPr>
          <p:cNvSpPr txBox="1"/>
          <p:nvPr/>
        </p:nvSpPr>
        <p:spPr>
          <a:xfrm>
            <a:off x="6812279" y="2193375"/>
            <a:ext cx="4239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Client Component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Consists of a Filter Toggle that controls a React State that decides whether filtering the customer data down to those that has expired contract in this 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Consists of a Grid Component that houses all cards, where each card contains the respective customer detail and buttons to generate, copy and hide/reveal the customized pitch.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filtered customer detail is passed to each card as a prop.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C8FEF7-80DF-1122-0892-1CE041FDEB9B}"/>
              </a:ext>
            </a:extLst>
          </p:cNvPr>
          <p:cNvSpPr/>
          <p:nvPr/>
        </p:nvSpPr>
        <p:spPr>
          <a:xfrm>
            <a:off x="2557272" y="3269259"/>
            <a:ext cx="1792224" cy="4937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Toggle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9FF9565-664B-867A-C39C-8DF95F23E324}"/>
              </a:ext>
            </a:extLst>
          </p:cNvPr>
          <p:cNvSpPr/>
          <p:nvPr/>
        </p:nvSpPr>
        <p:spPr>
          <a:xfrm>
            <a:off x="5298948" y="3251590"/>
            <a:ext cx="1234440" cy="49377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AD70EE-BBA2-C84B-F882-9CB5BE69985C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3453384" y="2701207"/>
            <a:ext cx="2462784" cy="568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CA04FA-0066-3988-7273-C32373A078D2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5916168" y="2701207"/>
            <a:ext cx="0" cy="55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B061491-70AF-D40F-86CC-6D7FE49A240B}"/>
              </a:ext>
            </a:extLst>
          </p:cNvPr>
          <p:cNvSpPr/>
          <p:nvPr/>
        </p:nvSpPr>
        <p:spPr>
          <a:xfrm>
            <a:off x="3374136" y="4519618"/>
            <a:ext cx="1645920" cy="4937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CustomerBox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733EDC3-70B1-505C-272C-12ACD493A6A9}"/>
              </a:ext>
            </a:extLst>
          </p:cNvPr>
          <p:cNvSpPr/>
          <p:nvPr/>
        </p:nvSpPr>
        <p:spPr>
          <a:xfrm>
            <a:off x="5093208" y="4519618"/>
            <a:ext cx="1645920" cy="4937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CustomerBox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63CF988-3C72-99C7-10C8-4EB817EF3D62}"/>
              </a:ext>
            </a:extLst>
          </p:cNvPr>
          <p:cNvSpPr/>
          <p:nvPr/>
        </p:nvSpPr>
        <p:spPr>
          <a:xfrm>
            <a:off x="6838185" y="4494668"/>
            <a:ext cx="1645920" cy="4937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CustomerBox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9B104-2DC1-02D2-B347-B2435D0FD3C8}"/>
              </a:ext>
            </a:extLst>
          </p:cNvPr>
          <p:cNvSpPr txBox="1"/>
          <p:nvPr/>
        </p:nvSpPr>
        <p:spPr>
          <a:xfrm>
            <a:off x="8750805" y="4663440"/>
            <a:ext cx="42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723D52-90DC-9215-E71F-D0CC8320D4E6}"/>
              </a:ext>
            </a:extLst>
          </p:cNvPr>
          <p:cNvSpPr txBox="1"/>
          <p:nvPr/>
        </p:nvSpPr>
        <p:spPr>
          <a:xfrm>
            <a:off x="9272016" y="4519618"/>
            <a:ext cx="127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50 (max)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57FCE3-10C8-BB9D-15BA-6ED727690B9E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4197096" y="3745366"/>
            <a:ext cx="1719072" cy="77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A89BA0-F035-7AE9-5E09-BC3594EBED69}"/>
              </a:ext>
            </a:extLst>
          </p:cNvPr>
          <p:cNvCxnSpPr>
            <a:cxnSpLocks/>
            <a:stCxn id="26" idx="2"/>
            <a:endCxn id="37" idx="0"/>
          </p:cNvCxnSpPr>
          <p:nvPr/>
        </p:nvCxnSpPr>
        <p:spPr>
          <a:xfrm>
            <a:off x="5916168" y="3745366"/>
            <a:ext cx="0" cy="77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B69099B-C728-678B-CAD0-EF1D89D27226}"/>
              </a:ext>
            </a:extLst>
          </p:cNvPr>
          <p:cNvCxnSpPr>
            <a:cxnSpLocks/>
            <a:stCxn id="26" idx="2"/>
            <a:endCxn id="38" idx="0"/>
          </p:cNvCxnSpPr>
          <p:nvPr/>
        </p:nvCxnSpPr>
        <p:spPr>
          <a:xfrm>
            <a:off x="5916168" y="3745366"/>
            <a:ext cx="1744977" cy="749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38B14DD-F0CE-CF7B-CF0F-B843A60CC720}"/>
              </a:ext>
            </a:extLst>
          </p:cNvPr>
          <p:cNvCxnSpPr>
            <a:cxnSpLocks/>
            <a:stCxn id="26" idx="2"/>
            <a:endCxn id="40" idx="0"/>
          </p:cNvCxnSpPr>
          <p:nvPr/>
        </p:nvCxnSpPr>
        <p:spPr>
          <a:xfrm>
            <a:off x="5916168" y="3745366"/>
            <a:ext cx="3991354" cy="77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Arrow: Up-Down 54">
            <a:extLst>
              <a:ext uri="{FF2B5EF4-FFF2-40B4-BE49-F238E27FC236}">
                <a16:creationId xmlns:a16="http://schemas.microsoft.com/office/drawing/2014/main" id="{F9F99B1D-2814-1EBC-353D-267808D201C0}"/>
              </a:ext>
            </a:extLst>
          </p:cNvPr>
          <p:cNvSpPr/>
          <p:nvPr/>
        </p:nvSpPr>
        <p:spPr>
          <a:xfrm>
            <a:off x="4032504" y="5166360"/>
            <a:ext cx="329184" cy="81381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Up-Down 55">
            <a:extLst>
              <a:ext uri="{FF2B5EF4-FFF2-40B4-BE49-F238E27FC236}">
                <a16:creationId xmlns:a16="http://schemas.microsoft.com/office/drawing/2014/main" id="{92B54022-13F1-8723-B6C1-0671BEFC8B9F}"/>
              </a:ext>
            </a:extLst>
          </p:cNvPr>
          <p:cNvSpPr/>
          <p:nvPr/>
        </p:nvSpPr>
        <p:spPr>
          <a:xfrm>
            <a:off x="5766816" y="5131919"/>
            <a:ext cx="329184" cy="81381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Up-Down 56">
            <a:extLst>
              <a:ext uri="{FF2B5EF4-FFF2-40B4-BE49-F238E27FC236}">
                <a16:creationId xmlns:a16="http://schemas.microsoft.com/office/drawing/2014/main" id="{218BCD40-F5DB-9463-1FD3-AF8C2559408B}"/>
              </a:ext>
            </a:extLst>
          </p:cNvPr>
          <p:cNvSpPr/>
          <p:nvPr/>
        </p:nvSpPr>
        <p:spPr>
          <a:xfrm>
            <a:off x="7648953" y="5116068"/>
            <a:ext cx="329184" cy="81381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3DB413-A667-4345-B353-B8376DA49FA3}"/>
              </a:ext>
            </a:extLst>
          </p:cNvPr>
          <p:cNvSpPr txBox="1"/>
          <p:nvPr/>
        </p:nvSpPr>
        <p:spPr>
          <a:xfrm>
            <a:off x="8348472" y="5302301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Via HTTP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5BC4554-52D0-9906-3337-D44BBC7337D5}"/>
              </a:ext>
            </a:extLst>
          </p:cNvPr>
          <p:cNvSpPr/>
          <p:nvPr/>
        </p:nvSpPr>
        <p:spPr>
          <a:xfrm>
            <a:off x="5108448" y="6071609"/>
            <a:ext cx="1645920" cy="49377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/api/pitch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502FAB-B31B-1CF1-F97F-57DAA48EDECC}"/>
              </a:ext>
            </a:extLst>
          </p:cNvPr>
          <p:cNvSpPr txBox="1"/>
          <p:nvPr/>
        </p:nvSpPr>
        <p:spPr>
          <a:xfrm>
            <a:off x="6925055" y="5971025"/>
            <a:ext cx="4895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RESTful API endpoint (FastAPI) to generate pitch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Once the pitch is generated, it will be updated in the database.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generated pitch will also be sent back to the frontend for state update to display the generated pitch without hitting database to fetch</a:t>
            </a:r>
          </a:p>
        </p:txBody>
      </p:sp>
    </p:spTree>
    <p:extLst>
      <p:ext uri="{BB962C8B-B14F-4D97-AF65-F5344CB8AC3E}">
        <p14:creationId xmlns:p14="http://schemas.microsoft.com/office/powerpoint/2010/main" val="362713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348C5-A710-EB8A-F9C3-90E4EC0DDA29}"/>
              </a:ext>
            </a:extLst>
          </p:cNvPr>
          <p:cNvSpPr txBox="1"/>
          <p:nvPr/>
        </p:nvSpPr>
        <p:spPr>
          <a:xfrm>
            <a:off x="274320" y="228600"/>
            <a:ext cx="376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BACKEND API OPERATION 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1F693C-EF46-9B11-F9E5-2B8962C16A40}"/>
              </a:ext>
            </a:extLst>
          </p:cNvPr>
          <p:cNvSpPr/>
          <p:nvPr/>
        </p:nvSpPr>
        <p:spPr>
          <a:xfrm>
            <a:off x="5181600" y="765846"/>
            <a:ext cx="1645920" cy="49377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/api/pitch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0D138D-2E32-6457-5EF0-65C7FCFAA140}"/>
              </a:ext>
            </a:extLst>
          </p:cNvPr>
          <p:cNvSpPr/>
          <p:nvPr/>
        </p:nvSpPr>
        <p:spPr>
          <a:xfrm>
            <a:off x="1470285" y="1661315"/>
            <a:ext cx="2712907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Deciding new plan to suggest for renewal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44408-4C08-CF6A-1A91-3F3359C15860}"/>
              </a:ext>
            </a:extLst>
          </p:cNvPr>
          <p:cNvSpPr txBox="1"/>
          <p:nvPr/>
        </p:nvSpPr>
        <p:spPr>
          <a:xfrm>
            <a:off x="1731840" y="2228243"/>
            <a:ext cx="215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is done using a simple thresholding based on the user’s monthly usage (GB)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34C088-2516-C4CC-D771-D0C3ED8CF49F}"/>
              </a:ext>
            </a:extLst>
          </p:cNvPr>
          <p:cNvSpPr/>
          <p:nvPr/>
        </p:nvSpPr>
        <p:spPr>
          <a:xfrm>
            <a:off x="4723637" y="1661315"/>
            <a:ext cx="2712907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Hit database to fetch new and old plan’s detail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2902D-3E23-AEF3-8050-D6D4B8418E45}"/>
              </a:ext>
            </a:extLst>
          </p:cNvPr>
          <p:cNvSpPr/>
          <p:nvPr/>
        </p:nvSpPr>
        <p:spPr>
          <a:xfrm>
            <a:off x="8109966" y="1661315"/>
            <a:ext cx="2744723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Format the customer and plan detail to be passed into the LLM’s chat template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86F0F9-F642-6E38-F9E6-6200DC0E87F5}"/>
              </a:ext>
            </a:extLst>
          </p:cNvPr>
          <p:cNvSpPr/>
          <p:nvPr/>
        </p:nvSpPr>
        <p:spPr>
          <a:xfrm>
            <a:off x="8109965" y="3626150"/>
            <a:ext cx="2744723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Invoke LLM to generate pitch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3BD72-E08B-2232-F5EF-CE65C562C8DA}"/>
              </a:ext>
            </a:extLst>
          </p:cNvPr>
          <p:cNvSpPr txBox="1"/>
          <p:nvPr/>
        </p:nvSpPr>
        <p:spPr>
          <a:xfrm>
            <a:off x="8078149" y="4193079"/>
            <a:ext cx="27447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generation process is facilitated by a system prompt that details the pitch structure and how to utilize certain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user message that contains all the user details, current plan details and new suggested plan details are also passed to the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model is given a temperature of 0.2 for slightly more creative and more personalized pitch.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025512-8701-C9E0-CE2A-CE82BAB339C3}"/>
              </a:ext>
            </a:extLst>
          </p:cNvPr>
          <p:cNvSpPr/>
          <p:nvPr/>
        </p:nvSpPr>
        <p:spPr>
          <a:xfrm>
            <a:off x="4691821" y="3626151"/>
            <a:ext cx="2744723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 the generated pitch into the database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8CF23-0D52-7D40-7963-539CB76BF9F7}"/>
              </a:ext>
            </a:extLst>
          </p:cNvPr>
          <p:cNvSpPr txBox="1"/>
          <p:nvPr/>
        </p:nvSpPr>
        <p:spPr>
          <a:xfrm>
            <a:off x="4691822" y="4193079"/>
            <a:ext cx="274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Therefore, the frontend on refresh will fetch the already generated pitch value for display and copy.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B83A80-6FE0-14FF-4D2F-810518A7A0E1}"/>
              </a:ext>
            </a:extLst>
          </p:cNvPr>
          <p:cNvSpPr/>
          <p:nvPr/>
        </p:nvSpPr>
        <p:spPr>
          <a:xfrm>
            <a:off x="1438469" y="3626151"/>
            <a:ext cx="2744723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Send the generated pitch back to the frontend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1C931-100B-1A39-46A9-572C4DB6CC18}"/>
              </a:ext>
            </a:extLst>
          </p:cNvPr>
          <p:cNvSpPr txBox="1"/>
          <p:nvPr/>
        </p:nvSpPr>
        <p:spPr>
          <a:xfrm>
            <a:off x="1406654" y="4193078"/>
            <a:ext cx="274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Therefore, the frontend can display the generated pitch without having to refresh / hitting the database.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C2E5F14-06FA-9315-0F7F-7AA92AB5A6EB}"/>
              </a:ext>
            </a:extLst>
          </p:cNvPr>
          <p:cNvSpPr/>
          <p:nvPr/>
        </p:nvSpPr>
        <p:spPr>
          <a:xfrm>
            <a:off x="5803392" y="85207"/>
            <a:ext cx="402336" cy="6561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79BBB6-6F35-6528-36FD-265DC822BA03}"/>
              </a:ext>
            </a:extLst>
          </p:cNvPr>
          <p:cNvSpPr txBox="1"/>
          <p:nvPr/>
        </p:nvSpPr>
        <p:spPr>
          <a:xfrm>
            <a:off x="6205728" y="85207"/>
            <a:ext cx="4483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Frontend hits the API endpoint with a request body consisting of the corresponding customer’s detail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DD410B0-DE68-FFF6-E0EF-EF8F37250DC9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2826740" y="1012733"/>
            <a:ext cx="2354861" cy="64858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195024-717A-E4D2-CA07-A61D41E628BE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183192" y="1944779"/>
            <a:ext cx="540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A91C89-BB93-2E4B-5F02-31B0808C39A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7436544" y="1944779"/>
            <a:ext cx="673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163968-1AFB-D9E1-397D-B707812AB7E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9482327" y="2228243"/>
            <a:ext cx="1" cy="1397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7C16A3-504D-A791-D07A-AD610F51BBA8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flipH="1">
            <a:off x="7436544" y="3909614"/>
            <a:ext cx="6734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4E5DDA-11EF-B2AF-3092-1BC676BF6E64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4183192" y="3909615"/>
            <a:ext cx="508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B394CF9-31ED-FC61-3F61-A7B3C3D07A0C}"/>
              </a:ext>
            </a:extLst>
          </p:cNvPr>
          <p:cNvSpPr/>
          <p:nvPr/>
        </p:nvSpPr>
        <p:spPr>
          <a:xfrm>
            <a:off x="2577847" y="4961020"/>
            <a:ext cx="402336" cy="6561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71B0D2-00BD-2B2E-A59F-43B529BCFA43}"/>
              </a:ext>
            </a:extLst>
          </p:cNvPr>
          <p:cNvSpPr txBox="1"/>
          <p:nvPr/>
        </p:nvSpPr>
        <p:spPr>
          <a:xfrm>
            <a:off x="3080191" y="5256460"/>
            <a:ext cx="1254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Back to Frontend</a:t>
            </a:r>
          </a:p>
        </p:txBody>
      </p:sp>
    </p:spTree>
    <p:extLst>
      <p:ext uri="{BB962C8B-B14F-4D97-AF65-F5344CB8AC3E}">
        <p14:creationId xmlns:p14="http://schemas.microsoft.com/office/powerpoint/2010/main" val="3964066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42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Weng Ti Wong</dc:creator>
  <cp:lastModifiedBy>Weng Ti Wong</cp:lastModifiedBy>
  <cp:revision>1</cp:revision>
  <dcterms:created xsi:type="dcterms:W3CDTF">2026-05-25T10:31:59Z</dcterms:created>
  <dcterms:modified xsi:type="dcterms:W3CDTF">2026-05-25T10:32:17Z</dcterms:modified>
</cp:coreProperties>
</file>